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9BD0E4-D76C-BE4B-4B45-13A76318B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2F21BC-99EE-6D39-12AB-65E64F354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6CD16C-DB54-483C-F5D5-7E6909A7D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571EFA-6290-A13D-547C-B4B02557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9A49B7-D8EB-A008-4AF5-7FC5F0EA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5736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A5F4E-36B6-86F4-64E8-35AEE512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A880DE-8AF1-A199-FC93-90E09BF4C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B89CB8-9EE6-5A2D-B7B7-385B9C5F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CC5DB8-E8C3-CBC3-8677-ADD39CE5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ADF7EC-E08A-B951-7D81-1927878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238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C13234-DDC4-3DEB-5134-A83930A0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1C66EC-9159-A767-36E6-B100E8FA1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FFF34C-73C2-8802-4065-77D8CBA3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B3C500-4DDB-EB5C-3E05-67C03C4D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F90AE5-6DCB-C2E9-65FE-FFD226EF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55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EA7B7-4A0D-B402-712B-0CA7599C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031BFD-5651-0464-D259-ECF5DB63B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CB2D8C-3722-13BD-9E0E-2D700D3F4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D4B0CA-05DF-E891-51FE-299E32A2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377F10-5C44-BC2B-70F7-512A28D1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E5FCAB-31F8-722F-93D0-576BAD08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751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475C15-D03D-FBB7-8F88-D374D6AD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C2BA0C-6962-3BA8-18D0-2750848A6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FE9B83-EDC7-CE2B-FEF2-9136F5DEF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26EAE47-9629-02C6-3BCF-5C6F2F7DE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F73B32-A1A1-73B3-35BF-BBC7E24D6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B8AE9D-BC60-06B3-0528-2CB160AA5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59A57A-4E70-4AF3-1427-C004BFE1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F001AC-1AC6-089F-D1AC-03F5833D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588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FAD8E1-A80F-25EF-DC5C-A8FB47FA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16F7FF-02CA-31AF-C991-DB34723BE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00758B-2C6A-BAAA-BB2B-9B4A3797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E92953-C7AD-8EF4-E9CF-E49444E3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332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16EC98B-2570-95E3-7152-14F5B592F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5AD893-155C-EC12-5885-AB054FF92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B14205-3EAE-FEE0-05CF-A267591F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331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CB5961-5106-6244-FE67-5B33D0741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C0B437-9DFB-7F66-65C8-651188FDD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C70F08-4830-0D18-CC71-120327BD8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2DB48D-79EB-BEE7-57A0-41F9A7C7A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0AC0C6-FD9A-C95F-2CFA-184F7C84F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FD95DB-B102-B999-9BD2-5A580EE3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171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EE024A-D3AE-7CE5-E038-DCE55E67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51F3BB-AE32-840A-0E83-D72FC57DE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A60EB1-13FA-3EA3-6637-D412B012E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C0D9C8-4B5B-E18C-5116-6B4B80D2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14ACCE-FF5C-9C61-3D91-4B9BE6FC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29D170-7318-5AEC-C50A-26CE2B300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321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A2075-1934-180A-3A55-BBC4E0C4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644749-2DE6-522E-FCB8-E59394467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A15778-5B8A-6EC4-EE29-B594ABCC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A3C05C-688D-DBE7-FF4D-34E8178CC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C238E4-2022-D357-1516-8635EE168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545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7C8091D-75E5-6E19-59B2-403930006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F10AEAB-23E8-78AC-3159-C9BA590D8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E9322E-C4F5-7F37-8EE5-142E66DD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469353-7C47-633F-130C-9C502616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A783D2-93A6-E5B8-3F30-B0CECF55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871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A295504-DFFA-16E7-F606-706446A0C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7CA5E-54D7-B279-E363-EDD9BAAD7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75215D-428C-08C1-70A7-02DFBFAA0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52CEB-3878-4D29-8F69-7973D870DA70}" type="datetimeFigureOut">
              <a:rPr lang="en-CA" smtClean="0"/>
              <a:t>2023-10-27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12875C-AE41-C688-9029-E5B0C1C90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B70E35-CF31-FBDB-E81B-D414AE2F9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03FC3-ED7C-4DAB-A503-62ABF9B008F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732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7B239AA-A675-AF94-46E3-9EEBDF92CA00}"/>
              </a:ext>
            </a:extLst>
          </p:cNvPr>
          <p:cNvSpPr txBox="1"/>
          <p:nvPr/>
        </p:nvSpPr>
        <p:spPr>
          <a:xfrm>
            <a:off x="154776" y="360817"/>
            <a:ext cx="11297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Unwrap the frame after camera calibration (</a:t>
            </a:r>
            <a:r>
              <a:rPr lang="fr-FR" dirty="0"/>
              <a:t>camera matrix, </a:t>
            </a:r>
            <a:r>
              <a:rPr lang="fr-FR" dirty="0" err="1"/>
              <a:t>distortion</a:t>
            </a:r>
            <a:r>
              <a:rPr lang="fr-FR" dirty="0"/>
              <a:t> coefficients, rotation and translation </a:t>
            </a:r>
            <a:r>
              <a:rPr lang="fr-FR" dirty="0" err="1"/>
              <a:t>vectors</a:t>
            </a:r>
            <a:r>
              <a:rPr lang="fr-FR" dirty="0"/>
              <a:t>)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a pixel-to-</a:t>
            </a:r>
            <a:r>
              <a:rPr lang="en-US" dirty="0" err="1"/>
              <a:t>milimeter</a:t>
            </a:r>
            <a:r>
              <a:rPr lang="en-US" dirty="0"/>
              <a:t> ratio after measuring the pixel size of each </a:t>
            </a:r>
            <a:r>
              <a:rPr lang="en-US" dirty="0" err="1"/>
              <a:t>ArUco</a:t>
            </a:r>
            <a:r>
              <a:rPr lang="en-US" dirty="0"/>
              <a:t> marker (47mm in the real world)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Draw the height of the display onto the frame using the pixel-to-</a:t>
            </a:r>
            <a:r>
              <a:rPr lang="en-US" dirty="0" err="1"/>
              <a:t>milimeter</a:t>
            </a:r>
            <a:r>
              <a:rPr lang="en-US" dirty="0"/>
              <a:t> ratio (200mm for </a:t>
            </a:r>
            <a:r>
              <a:rPr lang="en-US" i="1" dirty="0"/>
              <a:t>10H</a:t>
            </a:r>
            <a:r>
              <a:rPr lang="en-US" dirty="0"/>
              <a:t>… 500mm for </a:t>
            </a:r>
            <a:r>
              <a:rPr lang="en-US" i="1" dirty="0"/>
              <a:t>25H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1B7751-BCE6-280F-C49B-F093A9A9F8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26" t="1329" r="29309" b="1"/>
          <a:stretch/>
        </p:blipFill>
        <p:spPr>
          <a:xfrm>
            <a:off x="7169028" y="2734238"/>
            <a:ext cx="2784670" cy="294842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9C5129F-06DB-556A-8809-78566DD69A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52" r="29579"/>
          <a:stretch/>
        </p:blipFill>
        <p:spPr>
          <a:xfrm>
            <a:off x="3160450" y="2793761"/>
            <a:ext cx="2784670" cy="294842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179C31B-C99C-D302-3184-399F855F8CA1}"/>
              </a:ext>
            </a:extLst>
          </p:cNvPr>
          <p:cNvSpPr txBox="1"/>
          <p:nvPr/>
        </p:nvSpPr>
        <p:spPr>
          <a:xfrm>
            <a:off x="4408834" y="2220695"/>
            <a:ext cx="4152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white bar is the height of the display</a:t>
            </a:r>
            <a:endParaRPr lang="en-CA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DC95D6B-E4B8-72D3-01C6-EF85BDEE9339}"/>
              </a:ext>
            </a:extLst>
          </p:cNvPr>
          <p:cNvSpPr txBox="1"/>
          <p:nvPr/>
        </p:nvSpPr>
        <p:spPr>
          <a:xfrm>
            <a:off x="3364635" y="5734290"/>
            <a:ext cx="2502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OK</a:t>
            </a:r>
          </a:p>
          <a:p>
            <a:pPr algn="ctr"/>
            <a:r>
              <a:rPr lang="en-US" dirty="0"/>
              <a:t>(200mm)</a:t>
            </a:r>
            <a:endParaRPr lang="en-CA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FBC45E5-4690-52F3-74C8-CDA7F8E48C38}"/>
              </a:ext>
            </a:extLst>
          </p:cNvPr>
          <p:cNvSpPr txBox="1"/>
          <p:nvPr/>
        </p:nvSpPr>
        <p:spPr>
          <a:xfrm>
            <a:off x="5670627" y="5742186"/>
            <a:ext cx="5781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NOT OK</a:t>
            </a:r>
          </a:p>
          <a:p>
            <a:pPr algn="ctr"/>
            <a:r>
              <a:rPr lang="en-US" dirty="0"/>
              <a:t>(500mm) -&gt; the white bar should always be larger than the red shape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74736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90</Words>
  <Application>Microsoft Office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Maxime DANIEL</dc:creator>
  <cp:lastModifiedBy>Maxime DANIEL</cp:lastModifiedBy>
  <cp:revision>1</cp:revision>
  <dcterms:created xsi:type="dcterms:W3CDTF">2023-10-27T06:48:55Z</dcterms:created>
  <dcterms:modified xsi:type="dcterms:W3CDTF">2023-10-27T07:05:40Z</dcterms:modified>
</cp:coreProperties>
</file>